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8"/>
    <p:restoredTop sz="94709"/>
  </p:normalViewPr>
  <p:slideViewPr>
    <p:cSldViewPr snapToGrid="0">
      <p:cViewPr>
        <p:scale>
          <a:sx n="215" d="100"/>
          <a:sy n="215" d="100"/>
        </p:scale>
        <p:origin x="-4784" y="-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3D70C-9521-5FEF-7C7B-27D44ADF6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9D3088-8000-8E16-4CFB-675E7DE4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D8E9FB-6FBA-E5BD-244E-CD8100B1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05D8A0-C0B7-9744-4D44-BC8C5501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C034D7-EB1B-3656-7BB0-C31F4B43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5026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1FC67-408D-4B74-95F3-114E0A20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E5B4C-01CE-82D3-FEE1-4D4F04354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3F89C7-2C72-D7F8-5D13-7E0B2D62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9B13B-AF90-0FC8-47DC-D7FB72D7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B1E38-5A12-D02F-E33A-03840932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267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C1F18-7F4C-405E-FF6E-B8FDA79D4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12B409-E327-09FF-0E00-D77846B60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298CB-9209-16F7-BF04-504C45A7C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7BBEB8-34C1-80DF-29A2-B03AF5BC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9D8DC-C213-707F-D3A8-3A2FF721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48774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FD4DB-3ED4-353D-A98E-989CB278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FEDBA-3042-A549-500F-C437A0D9B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6E4B4A-0764-23A0-EF1A-742B6FAB2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E8A9F0-D6B0-0E81-57F2-12A28142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74B24C-967F-9CFD-6F46-DEDE3B32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57CBD-7DD6-0C09-8D0A-70596BCC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6792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83033-EA99-213E-5C2F-E71DF97D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9BD578-809A-9796-EA23-11E482E5E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2885EB-61CF-D033-9D29-A866E6260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6E493C-CCF1-E012-F59F-8B8BD21A2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CE6619-1601-9DF2-4394-675C4D2BD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5413CB-E73D-28EE-77B2-BF71B1E9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8F5194-B45B-4CC2-3EC9-F1225DA2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F2B84C-7597-F1C9-8C37-414ED435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486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0C184-DF06-022B-D775-3B53B7FE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C3092E-2E40-1395-6D1F-5BE22738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AD37B9-BCD0-9617-D78C-83E11F55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53B7C4-609C-24F5-2A71-65F9582A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36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DA5D1C-132E-D999-1E2C-E19FEF8F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C375D4-5DB0-E1E3-868C-CDDB2374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5D96C-9274-4A04-00AA-DB450F4B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6574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75F88-0805-55FB-1D77-417ECB1D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E0AF1-4308-3D92-CBC8-A31451295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4DE7DC-2535-267D-83EA-A3263AB77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68D3DE-D188-3518-252F-82BA33E5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6BF6E1-4E75-93C2-1150-9BCB66B7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F9C31-80D2-DD70-7B59-6B733051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551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5858D-8019-97F8-9D96-B5C53C54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71DEA-9FB0-17DB-A090-81FFAB01A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C1AB1B-CEEA-CE00-7CDD-90073F0CB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539C5C-43DD-9C6C-AE27-6DAFC5DB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D75248-3E46-0590-F579-92D16699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A62DE5-452C-85E6-C1A0-52A3F61C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122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60AE83-8A49-98BD-3955-992B49AF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A30F8A-1EE6-C462-B7A0-F32FB2371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CDDD08-C1CC-698C-EF8F-113CCF25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CF7391-6644-4780-19DB-655D786E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1BFF42-262D-EFBD-CBD3-6B2075F1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245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993105-87C9-736C-9DBC-60A4A2C24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29A4ED-6CA7-2CD8-1903-3F6C8B307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100ADA-8A75-02BE-06DC-AEFE2BEF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4172C8-12AB-6937-BD2D-06D051F1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F4D715-B765-886E-4D57-7CBABBA4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1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A9AA1-87D4-297C-4CB1-AB0EA246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1FAE8-4DE1-5B91-6E42-45DAE9E06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D4767-90F3-3643-8C24-4663A0EC1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CCCDC-32E9-CB42-9D52-1D3838EEB58A}" type="datetimeFigureOut">
              <a:rPr kumimoji="1" lang="ko-Kore-KR" altLang="en-US" smtClean="0"/>
              <a:t>2022. 7. 26.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33D53-4565-1518-F0B2-ED162CE3E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E6133C-4DCD-ECDD-3699-2B809CB84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5A5C6-8BE4-7244-966F-B09B9812326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79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2E909DC-8FCE-FE24-F61F-8B5DF8C6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0"/>
            <a:ext cx="10439400" cy="685800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04D9DAD-DF67-86B5-FF0F-9549F11E1FBA}"/>
              </a:ext>
            </a:extLst>
          </p:cNvPr>
          <p:cNvSpPr/>
          <p:nvPr/>
        </p:nvSpPr>
        <p:spPr>
          <a:xfrm>
            <a:off x="4897120" y="5516880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1</a:t>
            </a:r>
            <a:endParaRPr kumimoji="1" lang="ko-Kore-KR" altLang="en-US" sz="12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23E00DF-156A-C677-05D8-F596D0CF15FA}"/>
              </a:ext>
            </a:extLst>
          </p:cNvPr>
          <p:cNvSpPr/>
          <p:nvPr/>
        </p:nvSpPr>
        <p:spPr>
          <a:xfrm>
            <a:off x="5994400" y="5110480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3</a:t>
            </a:r>
            <a:endParaRPr kumimoji="1" lang="ko-Kore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4C46CB-0853-369D-EF9B-1968064E21CF}"/>
              </a:ext>
            </a:extLst>
          </p:cNvPr>
          <p:cNvSpPr/>
          <p:nvPr/>
        </p:nvSpPr>
        <p:spPr>
          <a:xfrm>
            <a:off x="4470400" y="5212080"/>
            <a:ext cx="1056640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선사시대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C549EE-AD72-70A3-5C4F-7B865DC90FB3}"/>
              </a:ext>
            </a:extLst>
          </p:cNvPr>
          <p:cNvSpPr/>
          <p:nvPr/>
        </p:nvSpPr>
        <p:spPr>
          <a:xfrm>
            <a:off x="5527040" y="4805680"/>
            <a:ext cx="1056640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석기시대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6A349F3-0ADC-D563-3E60-6153B50250E4}"/>
              </a:ext>
            </a:extLst>
          </p:cNvPr>
          <p:cNvSpPr/>
          <p:nvPr/>
        </p:nvSpPr>
        <p:spPr>
          <a:xfrm>
            <a:off x="7361004" y="4704080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5</a:t>
            </a:r>
            <a:endParaRPr kumimoji="1" lang="ko-Kore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550B2F-3341-2F2F-58CE-A31CEADA4546}"/>
              </a:ext>
            </a:extLst>
          </p:cNvPr>
          <p:cNvSpPr/>
          <p:nvPr/>
        </p:nvSpPr>
        <p:spPr>
          <a:xfrm>
            <a:off x="7008721" y="4413171"/>
            <a:ext cx="899900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청동기시대</a:t>
            </a:r>
          </a:p>
        </p:txBody>
      </p:sp>
      <p:cxnSp>
        <p:nvCxnSpPr>
          <p:cNvPr id="81" name="직선 연결선[R] 80">
            <a:extLst>
              <a:ext uri="{FF2B5EF4-FFF2-40B4-BE49-F238E27FC236}">
                <a16:creationId xmlns:a16="http://schemas.microsoft.com/office/drawing/2014/main" id="{41D68405-4160-6ACF-C81A-941F49FD482E}"/>
              </a:ext>
            </a:extLst>
          </p:cNvPr>
          <p:cNvCxnSpPr>
            <a:cxnSpLocks/>
          </p:cNvCxnSpPr>
          <p:nvPr/>
        </p:nvCxnSpPr>
        <p:spPr>
          <a:xfrm>
            <a:off x="8036987" y="2109904"/>
            <a:ext cx="84568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620CE89F-3B15-C265-A099-B4E17E16A1BF}"/>
              </a:ext>
            </a:extLst>
          </p:cNvPr>
          <p:cNvCxnSpPr/>
          <p:nvPr/>
        </p:nvCxnSpPr>
        <p:spPr>
          <a:xfrm>
            <a:off x="5100320" y="5618480"/>
            <a:ext cx="99568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1BEAF95F-4D69-B358-1B36-396EAE1F4E21}"/>
              </a:ext>
            </a:extLst>
          </p:cNvPr>
          <p:cNvCxnSpPr>
            <a:cxnSpLocks/>
          </p:cNvCxnSpPr>
          <p:nvPr/>
        </p:nvCxnSpPr>
        <p:spPr>
          <a:xfrm flipV="1">
            <a:off x="6093968" y="5328920"/>
            <a:ext cx="0" cy="28956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0952EB04-1A51-1278-09AA-26F1DA3B42D7}"/>
              </a:ext>
            </a:extLst>
          </p:cNvPr>
          <p:cNvCxnSpPr>
            <a:cxnSpLocks/>
          </p:cNvCxnSpPr>
          <p:nvPr/>
        </p:nvCxnSpPr>
        <p:spPr>
          <a:xfrm flipV="1">
            <a:off x="7472764" y="4933696"/>
            <a:ext cx="0" cy="28956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178CDF8-3AC2-832C-F2BB-C88AF16D2DA0}"/>
              </a:ext>
            </a:extLst>
          </p:cNvPr>
          <p:cNvCxnSpPr>
            <a:cxnSpLocks/>
          </p:cNvCxnSpPr>
          <p:nvPr/>
        </p:nvCxnSpPr>
        <p:spPr>
          <a:xfrm>
            <a:off x="6197600" y="5212080"/>
            <a:ext cx="1265004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59B2D568-BE1F-1222-EE73-73820D540270}"/>
              </a:ext>
            </a:extLst>
          </p:cNvPr>
          <p:cNvSpPr/>
          <p:nvPr/>
        </p:nvSpPr>
        <p:spPr>
          <a:xfrm>
            <a:off x="8749028" y="5012278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/>
              <a:t>8</a:t>
            </a:r>
            <a:endParaRPr kumimoji="1" lang="ko-Kore-KR" altLang="en-US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D59482-D0F6-7510-B7F2-183088FD2CBE}"/>
              </a:ext>
            </a:extLst>
          </p:cNvPr>
          <p:cNvSpPr/>
          <p:nvPr/>
        </p:nvSpPr>
        <p:spPr>
          <a:xfrm>
            <a:off x="8322308" y="5268976"/>
            <a:ext cx="1056640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고구려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269FCED-A51A-A30F-7B6D-38F4D851AD35}"/>
              </a:ext>
            </a:extLst>
          </p:cNvPr>
          <p:cNvSpPr/>
          <p:nvPr/>
        </p:nvSpPr>
        <p:spPr>
          <a:xfrm>
            <a:off x="9765072" y="4401662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ore-KR" sz="1000" dirty="0"/>
              <a:t>10</a:t>
            </a:r>
            <a:endParaRPr kumimoji="1" lang="ko-Kore-KR" altLang="en-US" sz="10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D10632-7116-82FA-BDFB-43D384C07606}"/>
              </a:ext>
            </a:extLst>
          </p:cNvPr>
          <p:cNvSpPr/>
          <p:nvPr/>
        </p:nvSpPr>
        <p:spPr>
          <a:xfrm>
            <a:off x="9968272" y="4401662"/>
            <a:ext cx="465032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백제</a:t>
            </a:r>
          </a:p>
        </p:txBody>
      </p: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5123DF8D-DC17-D2EB-64A2-68456B486017}"/>
              </a:ext>
            </a:extLst>
          </p:cNvPr>
          <p:cNvCxnSpPr>
            <a:cxnSpLocks/>
          </p:cNvCxnSpPr>
          <p:nvPr/>
        </p:nvCxnSpPr>
        <p:spPr>
          <a:xfrm>
            <a:off x="7585624" y="4805680"/>
            <a:ext cx="1265004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98016B21-7683-7ED5-6B9B-E8FF79ED33FF}"/>
              </a:ext>
            </a:extLst>
          </p:cNvPr>
          <p:cNvCxnSpPr>
            <a:cxnSpLocks/>
          </p:cNvCxnSpPr>
          <p:nvPr/>
        </p:nvCxnSpPr>
        <p:spPr>
          <a:xfrm flipV="1">
            <a:off x="8850628" y="4518502"/>
            <a:ext cx="0" cy="53305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36DFB522-468A-8377-C549-BEBD489BDF40}"/>
              </a:ext>
            </a:extLst>
          </p:cNvPr>
          <p:cNvCxnSpPr>
            <a:cxnSpLocks/>
          </p:cNvCxnSpPr>
          <p:nvPr/>
        </p:nvCxnSpPr>
        <p:spPr>
          <a:xfrm>
            <a:off x="8850628" y="4505294"/>
            <a:ext cx="914444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31428EC6-C38B-830E-D2F6-485FD44CDCB9}"/>
              </a:ext>
            </a:extLst>
          </p:cNvPr>
          <p:cNvSpPr/>
          <p:nvPr/>
        </p:nvSpPr>
        <p:spPr>
          <a:xfrm>
            <a:off x="8374656" y="4700875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200" dirty="0"/>
              <a:t>6</a:t>
            </a:r>
            <a:endParaRPr kumimoji="1" lang="ko-Kore-KR" altLang="en-US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2D09AFE-90CB-EE44-5094-1B7FD1AC1E01}"/>
              </a:ext>
            </a:extLst>
          </p:cNvPr>
          <p:cNvSpPr/>
          <p:nvPr/>
        </p:nvSpPr>
        <p:spPr>
          <a:xfrm>
            <a:off x="8101883" y="4431624"/>
            <a:ext cx="780793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삼국시대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88A1FB6-9604-FBA3-2637-9049D373C0A8}"/>
              </a:ext>
            </a:extLst>
          </p:cNvPr>
          <p:cNvSpPr/>
          <p:nvPr/>
        </p:nvSpPr>
        <p:spPr>
          <a:xfrm>
            <a:off x="5994400" y="5497658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2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0351C70-BC9B-B80F-961C-91572E4EDF58}"/>
              </a:ext>
            </a:extLst>
          </p:cNvPr>
          <p:cNvSpPr/>
          <p:nvPr/>
        </p:nvSpPr>
        <p:spPr>
          <a:xfrm>
            <a:off x="7371164" y="5078476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4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7C5B1F0-6A56-FC23-5A93-27107E2E7E38}"/>
              </a:ext>
            </a:extLst>
          </p:cNvPr>
          <p:cNvSpPr/>
          <p:nvPr/>
        </p:nvSpPr>
        <p:spPr>
          <a:xfrm>
            <a:off x="8749028" y="4700875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7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2E40029-56C9-0B60-AAF4-5852FA6293F5}"/>
              </a:ext>
            </a:extLst>
          </p:cNvPr>
          <p:cNvSpPr/>
          <p:nvPr/>
        </p:nvSpPr>
        <p:spPr>
          <a:xfrm>
            <a:off x="8749028" y="4401662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9</a:t>
            </a:r>
            <a:endParaRPr kumimoji="1" lang="ko-Kore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D1CA12B-7353-D172-E5EF-1423A4747BEA}"/>
              </a:ext>
            </a:extLst>
          </p:cNvPr>
          <p:cNvSpPr/>
          <p:nvPr/>
        </p:nvSpPr>
        <p:spPr>
          <a:xfrm>
            <a:off x="9454009" y="3833103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/>
              <a:t>12</a:t>
            </a:r>
            <a:endParaRPr kumimoji="1" lang="ko-Kore-KR" altLang="en-US" sz="10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D8E630-0437-83A0-C3ED-6458914A6C71}"/>
              </a:ext>
            </a:extLst>
          </p:cNvPr>
          <p:cNvSpPr/>
          <p:nvPr/>
        </p:nvSpPr>
        <p:spPr>
          <a:xfrm>
            <a:off x="9307850" y="3574303"/>
            <a:ext cx="465032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가야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52E3C32-B93B-965E-15E9-9CFC44825FCA}"/>
              </a:ext>
            </a:extLst>
          </p:cNvPr>
          <p:cNvSpPr/>
          <p:nvPr/>
        </p:nvSpPr>
        <p:spPr>
          <a:xfrm>
            <a:off x="9457782" y="4401662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11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A0AB2916-6E93-4493-1045-5B2308BF61EE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9555609" y="3985452"/>
            <a:ext cx="3773" cy="41621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C9B5FC1A-F799-D864-8C80-A2FE3C4508D3}"/>
              </a:ext>
            </a:extLst>
          </p:cNvPr>
          <p:cNvCxnSpPr>
            <a:cxnSpLocks/>
          </p:cNvCxnSpPr>
          <p:nvPr/>
        </p:nvCxnSpPr>
        <p:spPr>
          <a:xfrm>
            <a:off x="9003323" y="3940010"/>
            <a:ext cx="450686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6EEFA204-6C2B-2F34-CB00-A984F8BBBEAB}"/>
              </a:ext>
            </a:extLst>
          </p:cNvPr>
          <p:cNvSpPr/>
          <p:nvPr/>
        </p:nvSpPr>
        <p:spPr>
          <a:xfrm>
            <a:off x="8882676" y="3833103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13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E40001F-1F76-FCF6-A15A-7ABB19CE3EF7}"/>
              </a:ext>
            </a:extLst>
          </p:cNvPr>
          <p:cNvSpPr/>
          <p:nvPr/>
        </p:nvSpPr>
        <p:spPr>
          <a:xfrm>
            <a:off x="8882676" y="3388641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/>
              <a:t>14</a:t>
            </a:r>
            <a:endParaRPr kumimoji="1" lang="ko-Kore-KR" altLang="en-US" sz="10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97BFBB0-D59B-5DE8-B6E2-5DBCB0F370F4}"/>
              </a:ext>
            </a:extLst>
          </p:cNvPr>
          <p:cNvSpPr/>
          <p:nvPr/>
        </p:nvSpPr>
        <p:spPr>
          <a:xfrm>
            <a:off x="8913916" y="3154961"/>
            <a:ext cx="465032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신라</a:t>
            </a:r>
          </a:p>
        </p:txBody>
      </p: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A01DCE94-6ACB-B2D3-E058-A3C6EAC82CEE}"/>
              </a:ext>
            </a:extLst>
          </p:cNvPr>
          <p:cNvCxnSpPr>
            <a:cxnSpLocks/>
          </p:cNvCxnSpPr>
          <p:nvPr/>
        </p:nvCxnSpPr>
        <p:spPr>
          <a:xfrm flipV="1">
            <a:off x="8984276" y="3617416"/>
            <a:ext cx="0" cy="19056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4E6DF078-2F36-2D61-B9A6-1BB781C4F686}"/>
              </a:ext>
            </a:extLst>
          </p:cNvPr>
          <p:cNvCxnSpPr>
            <a:cxnSpLocks/>
          </p:cNvCxnSpPr>
          <p:nvPr/>
        </p:nvCxnSpPr>
        <p:spPr>
          <a:xfrm flipV="1">
            <a:off x="9073620" y="2890528"/>
            <a:ext cx="634487" cy="516177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03272DD1-FC64-41B7-55E1-72BE6096274D}"/>
              </a:ext>
            </a:extLst>
          </p:cNvPr>
          <p:cNvSpPr/>
          <p:nvPr/>
        </p:nvSpPr>
        <p:spPr>
          <a:xfrm>
            <a:off x="9645490" y="2751769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15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B75E9C11-6355-241A-6F24-C8C181BF89C9}"/>
              </a:ext>
            </a:extLst>
          </p:cNvPr>
          <p:cNvSpPr/>
          <p:nvPr/>
        </p:nvSpPr>
        <p:spPr>
          <a:xfrm>
            <a:off x="9643044" y="167647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16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6B396306-7FFB-0446-3024-F09E4CDDCC1B}"/>
              </a:ext>
            </a:extLst>
          </p:cNvPr>
          <p:cNvSpPr/>
          <p:nvPr/>
        </p:nvSpPr>
        <p:spPr>
          <a:xfrm>
            <a:off x="8923996" y="167647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17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7BEEDEA-9ED9-CAC2-5A29-F3E3FEF00752}"/>
              </a:ext>
            </a:extLst>
          </p:cNvPr>
          <p:cNvSpPr/>
          <p:nvPr/>
        </p:nvSpPr>
        <p:spPr>
          <a:xfrm>
            <a:off x="8506672" y="2011701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/>
              <a:t>19</a:t>
            </a:r>
            <a:endParaRPr kumimoji="1" lang="ko-Kore-KR" altLang="en-US" sz="10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7A963F2-4F0E-247A-E2F0-27AAAE28D5C5}"/>
              </a:ext>
            </a:extLst>
          </p:cNvPr>
          <p:cNvSpPr/>
          <p:nvPr/>
        </p:nvSpPr>
        <p:spPr>
          <a:xfrm>
            <a:off x="8143203" y="2244863"/>
            <a:ext cx="780793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통일신라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7E93CB8-A7DC-1CDB-48DD-7CAC3528B57A}"/>
              </a:ext>
            </a:extLst>
          </p:cNvPr>
          <p:cNvSpPr/>
          <p:nvPr/>
        </p:nvSpPr>
        <p:spPr>
          <a:xfrm>
            <a:off x="8923996" y="2016228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18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9DF640C8-D267-38DB-0E82-FB71907D8BE7}"/>
              </a:ext>
            </a:extLst>
          </p:cNvPr>
          <p:cNvSpPr/>
          <p:nvPr/>
        </p:nvSpPr>
        <p:spPr>
          <a:xfrm>
            <a:off x="7807021" y="160190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21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2EB1543-70AC-1EC4-757C-939081D23E21}"/>
              </a:ext>
            </a:extLst>
          </p:cNvPr>
          <p:cNvSpPr/>
          <p:nvPr/>
        </p:nvSpPr>
        <p:spPr>
          <a:xfrm>
            <a:off x="6963602" y="160190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22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C093119-2E58-1568-0FF4-2DD0C49F0DFC}"/>
              </a:ext>
            </a:extLst>
          </p:cNvPr>
          <p:cNvSpPr/>
          <p:nvPr/>
        </p:nvSpPr>
        <p:spPr>
          <a:xfrm>
            <a:off x="7807021" y="200830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20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A74BAA05-7532-1D17-CD12-A13CC809151B}"/>
              </a:ext>
            </a:extLst>
          </p:cNvPr>
          <p:cNvSpPr/>
          <p:nvPr/>
        </p:nvSpPr>
        <p:spPr>
          <a:xfrm>
            <a:off x="6977164" y="2833775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/>
              <a:t>23</a:t>
            </a:r>
            <a:endParaRPr kumimoji="1" lang="ko-Kore-KR" altLang="en-US" sz="10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1EE7B75-C7FF-A249-0EA3-B7FDA8FB4256}"/>
              </a:ext>
            </a:extLst>
          </p:cNvPr>
          <p:cNvSpPr/>
          <p:nvPr/>
        </p:nvSpPr>
        <p:spPr>
          <a:xfrm>
            <a:off x="6613695" y="3066937"/>
            <a:ext cx="780793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고려시대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EF163A66-0E0E-5F65-A68A-4DB7355EF37B}"/>
              </a:ext>
            </a:extLst>
          </p:cNvPr>
          <p:cNvSpPr/>
          <p:nvPr/>
        </p:nvSpPr>
        <p:spPr>
          <a:xfrm>
            <a:off x="6963602" y="1800744"/>
            <a:ext cx="203200" cy="2032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24</a:t>
            </a:r>
            <a:endParaRPr kumimoji="1" lang="ko-Kore-KR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44966BF-BA0C-F1A8-C799-DFFBF5ED8FC3}"/>
              </a:ext>
            </a:extLst>
          </p:cNvPr>
          <p:cNvSpPr/>
          <p:nvPr/>
        </p:nvSpPr>
        <p:spPr>
          <a:xfrm>
            <a:off x="5516917" y="1800744"/>
            <a:ext cx="203200" cy="2032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en-US" altLang="ko-KR" sz="1000" dirty="0"/>
              <a:t>25</a:t>
            </a:r>
            <a:endParaRPr kumimoji="1" lang="ko-Kore-KR" altLang="en-US" sz="10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3FA26A2-4236-9695-BCFA-10214FECE8E8}"/>
              </a:ext>
            </a:extLst>
          </p:cNvPr>
          <p:cNvSpPr/>
          <p:nvPr/>
        </p:nvSpPr>
        <p:spPr>
          <a:xfrm>
            <a:off x="4736124" y="1800744"/>
            <a:ext cx="780793" cy="233680"/>
          </a:xfrm>
          <a:prstGeom prst="rect">
            <a:avLst/>
          </a:prstGeom>
          <a:solidFill>
            <a:srgbClr val="4472C4">
              <a:alpha val="52157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1100" dirty="0"/>
              <a:t>조선시대</a:t>
            </a:r>
          </a:p>
        </p:txBody>
      </p:sp>
      <p:cxnSp>
        <p:nvCxnSpPr>
          <p:cNvPr id="70" name="직선 연결선[R] 69">
            <a:extLst>
              <a:ext uri="{FF2B5EF4-FFF2-40B4-BE49-F238E27FC236}">
                <a16:creationId xmlns:a16="http://schemas.microsoft.com/office/drawing/2014/main" id="{07E76A9B-FC46-500B-EA18-31F300FEB67E}"/>
              </a:ext>
            </a:extLst>
          </p:cNvPr>
          <p:cNvCxnSpPr>
            <a:cxnSpLocks/>
          </p:cNvCxnSpPr>
          <p:nvPr/>
        </p:nvCxnSpPr>
        <p:spPr>
          <a:xfrm flipV="1">
            <a:off x="9757748" y="1879674"/>
            <a:ext cx="0" cy="83623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id="{78418D60-6498-B0C3-1DA6-F1DC1BE326D4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9025596" y="1879674"/>
            <a:ext cx="4839" cy="13655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[R] 73">
            <a:extLst>
              <a:ext uri="{FF2B5EF4-FFF2-40B4-BE49-F238E27FC236}">
                <a16:creationId xmlns:a16="http://schemas.microsoft.com/office/drawing/2014/main" id="{92E60F32-7E3D-7CF6-D266-C6458718BC9C}"/>
              </a:ext>
            </a:extLst>
          </p:cNvPr>
          <p:cNvCxnSpPr>
            <a:cxnSpLocks/>
          </p:cNvCxnSpPr>
          <p:nvPr/>
        </p:nvCxnSpPr>
        <p:spPr>
          <a:xfrm flipV="1">
            <a:off x="7062213" y="2011701"/>
            <a:ext cx="0" cy="82207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[R] 75">
            <a:extLst>
              <a:ext uri="{FF2B5EF4-FFF2-40B4-BE49-F238E27FC236}">
                <a16:creationId xmlns:a16="http://schemas.microsoft.com/office/drawing/2014/main" id="{358768BD-73A5-A31E-B985-603B3430098B}"/>
              </a:ext>
            </a:extLst>
          </p:cNvPr>
          <p:cNvCxnSpPr>
            <a:cxnSpLocks/>
          </p:cNvCxnSpPr>
          <p:nvPr/>
        </p:nvCxnSpPr>
        <p:spPr>
          <a:xfrm flipV="1">
            <a:off x="7908621" y="1824399"/>
            <a:ext cx="0" cy="17954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[R] 78">
            <a:extLst>
              <a:ext uri="{FF2B5EF4-FFF2-40B4-BE49-F238E27FC236}">
                <a16:creationId xmlns:a16="http://schemas.microsoft.com/office/drawing/2014/main" id="{E6423AA7-8D1A-EF75-7A4A-C3B1BE374D29}"/>
              </a:ext>
            </a:extLst>
          </p:cNvPr>
          <p:cNvCxnSpPr>
            <a:cxnSpLocks/>
          </p:cNvCxnSpPr>
          <p:nvPr/>
        </p:nvCxnSpPr>
        <p:spPr>
          <a:xfrm>
            <a:off x="9146432" y="1778074"/>
            <a:ext cx="496612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[R] 82">
            <a:extLst>
              <a:ext uri="{FF2B5EF4-FFF2-40B4-BE49-F238E27FC236}">
                <a16:creationId xmlns:a16="http://schemas.microsoft.com/office/drawing/2014/main" id="{1AC65F4B-3D9B-7F63-A677-B0ED51F6F0B3}"/>
              </a:ext>
            </a:extLst>
          </p:cNvPr>
          <p:cNvCxnSpPr>
            <a:cxnSpLocks/>
          </p:cNvCxnSpPr>
          <p:nvPr/>
        </p:nvCxnSpPr>
        <p:spPr>
          <a:xfrm>
            <a:off x="7191298" y="1703504"/>
            <a:ext cx="615723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[R] 84">
            <a:extLst>
              <a:ext uri="{FF2B5EF4-FFF2-40B4-BE49-F238E27FC236}">
                <a16:creationId xmlns:a16="http://schemas.microsoft.com/office/drawing/2014/main" id="{C4B725F1-CDE0-2098-3E93-59209DC56733}"/>
              </a:ext>
            </a:extLst>
          </p:cNvPr>
          <p:cNvCxnSpPr>
            <a:cxnSpLocks/>
          </p:cNvCxnSpPr>
          <p:nvPr/>
        </p:nvCxnSpPr>
        <p:spPr>
          <a:xfrm>
            <a:off x="5768236" y="1902344"/>
            <a:ext cx="115332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2ACA8C-6E50-0CF8-B7A0-0FAA73201317}"/>
              </a:ext>
            </a:extLst>
          </p:cNvPr>
          <p:cNvSpPr/>
          <p:nvPr/>
        </p:nvSpPr>
        <p:spPr>
          <a:xfrm>
            <a:off x="4470400" y="5061306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8</a:t>
            </a:r>
            <a:r>
              <a:rPr kumimoji="1" lang="en-US" altLang="ko-KR" sz="800" dirty="0">
                <a:solidFill>
                  <a:schemeClr val="tx1"/>
                </a:solidFill>
              </a:rPr>
              <a:t>65, 1181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AE17D-6D54-F531-B45A-664E0B2EDDB4}"/>
              </a:ext>
            </a:extLst>
          </p:cNvPr>
          <p:cNvSpPr/>
          <p:nvPr/>
        </p:nvSpPr>
        <p:spPr>
          <a:xfrm>
            <a:off x="5733164" y="5730778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1093</a:t>
            </a:r>
            <a:r>
              <a:rPr kumimoji="1" lang="en-US" altLang="ko-KR" sz="800" dirty="0">
                <a:solidFill>
                  <a:schemeClr val="tx1"/>
                </a:solidFill>
              </a:rPr>
              <a:t>, 1181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2D0627-4AAA-2EE3-524E-263542A40038}"/>
              </a:ext>
            </a:extLst>
          </p:cNvPr>
          <p:cNvSpPr/>
          <p:nvPr/>
        </p:nvSpPr>
        <p:spPr>
          <a:xfrm>
            <a:off x="5538890" y="4648992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1093</a:t>
            </a:r>
            <a:r>
              <a:rPr kumimoji="1" lang="en-US" altLang="ko-KR" sz="800" dirty="0">
                <a:solidFill>
                  <a:schemeClr val="tx1"/>
                </a:solidFill>
              </a:rPr>
              <a:t>, 1095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FAA235-8DDD-A85C-001F-CE51E1C1D1A8}"/>
              </a:ext>
            </a:extLst>
          </p:cNvPr>
          <p:cNvSpPr/>
          <p:nvPr/>
        </p:nvSpPr>
        <p:spPr>
          <a:xfrm>
            <a:off x="7126625" y="5338538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1385</a:t>
            </a:r>
            <a:r>
              <a:rPr kumimoji="1" lang="en-US" altLang="ko-KR" sz="800" dirty="0">
                <a:solidFill>
                  <a:schemeClr val="tx1"/>
                </a:solidFill>
              </a:rPr>
              <a:t>, 1095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147368-DAC4-9DC7-F4C4-91B6BF26F2CF}"/>
              </a:ext>
            </a:extLst>
          </p:cNvPr>
          <p:cNvSpPr/>
          <p:nvPr/>
        </p:nvSpPr>
        <p:spPr>
          <a:xfrm>
            <a:off x="6998630" y="4255656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1385</a:t>
            </a:r>
            <a:r>
              <a:rPr kumimoji="1" lang="en-US" altLang="ko-KR" sz="800" dirty="0">
                <a:solidFill>
                  <a:schemeClr val="tx1"/>
                </a:solidFill>
              </a:rPr>
              <a:t>, 1009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7DCE2A-F1AD-E863-C1D9-443B6E5DB016}"/>
              </a:ext>
            </a:extLst>
          </p:cNvPr>
          <p:cNvSpPr/>
          <p:nvPr/>
        </p:nvSpPr>
        <p:spPr>
          <a:xfrm>
            <a:off x="8101415" y="4263160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1596</a:t>
            </a:r>
            <a:r>
              <a:rPr kumimoji="1" lang="en-US" altLang="ko-KR" sz="800" dirty="0">
                <a:solidFill>
                  <a:schemeClr val="tx1"/>
                </a:solidFill>
              </a:rPr>
              <a:t>, 1009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4510E7-ABCB-FFAB-8F7F-CE4AF45E8A24}"/>
              </a:ext>
            </a:extLst>
          </p:cNvPr>
          <p:cNvSpPr/>
          <p:nvPr/>
        </p:nvSpPr>
        <p:spPr>
          <a:xfrm>
            <a:off x="8328553" y="5503637"/>
            <a:ext cx="745067" cy="1534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1675</a:t>
            </a:r>
            <a:r>
              <a:rPr kumimoji="1" lang="en-US" altLang="ko-KR" sz="800" dirty="0">
                <a:solidFill>
                  <a:schemeClr val="tx1"/>
                </a:solidFill>
              </a:rPr>
              <a:t>, 1074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0C69B-E3DB-66FF-8655-E0B80FAB44B4}"/>
              </a:ext>
            </a:extLst>
          </p:cNvPr>
          <p:cNvSpPr/>
          <p:nvPr/>
        </p:nvSpPr>
        <p:spPr>
          <a:xfrm>
            <a:off x="8990645" y="4769768"/>
            <a:ext cx="667336" cy="13751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1675</a:t>
            </a:r>
            <a:r>
              <a:rPr kumimoji="1" lang="en-US" altLang="ko-KR" sz="800" dirty="0">
                <a:solidFill>
                  <a:schemeClr val="tx1"/>
                </a:solidFill>
              </a:rPr>
              <a:t>, 1009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F65B6B-60F9-9D90-569F-CC1D1800A4BE}"/>
              </a:ext>
            </a:extLst>
          </p:cNvPr>
          <p:cNvSpPr/>
          <p:nvPr/>
        </p:nvSpPr>
        <p:spPr>
          <a:xfrm>
            <a:off x="8954449" y="4291262"/>
            <a:ext cx="676972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1675</a:t>
            </a:r>
            <a:r>
              <a:rPr kumimoji="1" lang="en-US" altLang="ko-KR" sz="800" dirty="0">
                <a:solidFill>
                  <a:schemeClr val="tx1"/>
                </a:solidFill>
              </a:rPr>
              <a:t>, 943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621F1E1-8087-FD52-CCB4-36ACD6304766}"/>
              </a:ext>
            </a:extLst>
          </p:cNvPr>
          <p:cNvSpPr/>
          <p:nvPr/>
        </p:nvSpPr>
        <p:spPr>
          <a:xfrm>
            <a:off x="9978020" y="4646851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1888</a:t>
            </a:r>
            <a:r>
              <a:rPr kumimoji="1" lang="en-US" altLang="ko-KR" sz="800" dirty="0">
                <a:solidFill>
                  <a:schemeClr val="tx1"/>
                </a:solidFill>
              </a:rPr>
              <a:t>, 943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1152D3A-B038-3614-C605-89CE1FFB88C7}"/>
              </a:ext>
            </a:extLst>
          </p:cNvPr>
          <p:cNvSpPr/>
          <p:nvPr/>
        </p:nvSpPr>
        <p:spPr>
          <a:xfrm>
            <a:off x="9582301" y="4213053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1821</a:t>
            </a:r>
            <a:r>
              <a:rPr kumimoji="1" lang="en-US" altLang="ko-KR" sz="800" dirty="0">
                <a:solidFill>
                  <a:schemeClr val="tx1"/>
                </a:solidFill>
              </a:rPr>
              <a:t>, 943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FACC2F8-41B7-B4AF-5FBA-E0E133918235}"/>
              </a:ext>
            </a:extLst>
          </p:cNvPr>
          <p:cNvSpPr/>
          <p:nvPr/>
        </p:nvSpPr>
        <p:spPr>
          <a:xfrm>
            <a:off x="9300078" y="3418806"/>
            <a:ext cx="677942" cy="184783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1821</a:t>
            </a:r>
            <a:r>
              <a:rPr kumimoji="1" lang="en-US" altLang="ko-KR" sz="800" dirty="0">
                <a:solidFill>
                  <a:schemeClr val="tx1"/>
                </a:solidFill>
              </a:rPr>
              <a:t>, 828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8403EC7-1701-B169-7B18-1A907E73E20F}"/>
              </a:ext>
            </a:extLst>
          </p:cNvPr>
          <p:cNvSpPr/>
          <p:nvPr/>
        </p:nvSpPr>
        <p:spPr>
          <a:xfrm>
            <a:off x="8261565" y="3842380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1702</a:t>
            </a:r>
            <a:r>
              <a:rPr kumimoji="1" lang="en-US" altLang="ko-KR" sz="800" dirty="0">
                <a:solidFill>
                  <a:schemeClr val="tx1"/>
                </a:solidFill>
              </a:rPr>
              <a:t>, 828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EC46941-33E9-8598-0652-C08DA23286A7}"/>
              </a:ext>
            </a:extLst>
          </p:cNvPr>
          <p:cNvSpPr/>
          <p:nvPr/>
        </p:nvSpPr>
        <p:spPr>
          <a:xfrm>
            <a:off x="8910674" y="2986820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1702, 735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55C7245-9214-370A-CB53-956E1DAF0726}"/>
              </a:ext>
            </a:extLst>
          </p:cNvPr>
          <p:cNvSpPr/>
          <p:nvPr/>
        </p:nvSpPr>
        <p:spPr>
          <a:xfrm>
            <a:off x="9859076" y="2776590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1863,</a:t>
            </a:r>
            <a:r>
              <a:rPr kumimoji="1" lang="en-US" altLang="ko-KR" sz="800" dirty="0">
                <a:solidFill>
                  <a:schemeClr val="tx1"/>
                </a:solidFill>
              </a:rPr>
              <a:t>600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F87DB5-C505-1467-F5BF-F9BF0FE2BF2C}"/>
              </a:ext>
            </a:extLst>
          </p:cNvPr>
          <p:cNvSpPr/>
          <p:nvPr/>
        </p:nvSpPr>
        <p:spPr>
          <a:xfrm>
            <a:off x="9454009" y="1493609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1863</a:t>
            </a:r>
            <a:r>
              <a:rPr kumimoji="1" lang="en-US" altLang="ko-KR" sz="800" dirty="0">
                <a:solidFill>
                  <a:schemeClr val="tx1"/>
                </a:solidFill>
              </a:rPr>
              <a:t>, 374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77CF38-59F7-8138-FDE2-3223DB624830}"/>
              </a:ext>
            </a:extLst>
          </p:cNvPr>
          <p:cNvSpPr/>
          <p:nvPr/>
        </p:nvSpPr>
        <p:spPr>
          <a:xfrm>
            <a:off x="8709872" y="1493531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170</a:t>
            </a:r>
            <a:r>
              <a:rPr kumimoji="1" lang="en-US" altLang="ko-KR" sz="800" dirty="0">
                <a:solidFill>
                  <a:schemeClr val="tx1"/>
                </a:solidFill>
              </a:rPr>
              <a:t>0</a:t>
            </a:r>
            <a:r>
              <a:rPr kumimoji="1" lang="en-US" altLang="ko-Kore-KR" sz="800" dirty="0">
                <a:solidFill>
                  <a:schemeClr val="tx1"/>
                </a:solidFill>
              </a:rPr>
              <a:t>,374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372A1CD-2A54-B5B4-965F-20F80E8611BB}"/>
              </a:ext>
            </a:extLst>
          </p:cNvPr>
          <p:cNvSpPr/>
          <p:nvPr/>
        </p:nvSpPr>
        <p:spPr>
          <a:xfrm>
            <a:off x="9024588" y="2222128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170</a:t>
            </a:r>
            <a:r>
              <a:rPr kumimoji="1" lang="en-US" altLang="ko-KR" sz="800" dirty="0">
                <a:solidFill>
                  <a:schemeClr val="tx1"/>
                </a:solidFill>
              </a:rPr>
              <a:t>0</a:t>
            </a:r>
            <a:r>
              <a:rPr kumimoji="1" lang="en-US" altLang="ko-Kore-KR" sz="800" dirty="0">
                <a:solidFill>
                  <a:schemeClr val="tx1"/>
                </a:solidFill>
              </a:rPr>
              <a:t>, 444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6C6F6B9-E0D1-6FD6-9A42-AB85E2DE7801}"/>
              </a:ext>
            </a:extLst>
          </p:cNvPr>
          <p:cNvSpPr/>
          <p:nvPr/>
        </p:nvSpPr>
        <p:spPr>
          <a:xfrm>
            <a:off x="8155518" y="2476570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1623, 444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D30C9A5-E9A5-5FFF-E429-F72103D645DE}"/>
              </a:ext>
            </a:extLst>
          </p:cNvPr>
          <p:cNvSpPr/>
          <p:nvPr/>
        </p:nvSpPr>
        <p:spPr>
          <a:xfrm>
            <a:off x="7337462" y="2212928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1476, 444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275CCC2-63B7-43EA-25D6-C942B2937C7A}"/>
              </a:ext>
            </a:extLst>
          </p:cNvPr>
          <p:cNvSpPr/>
          <p:nvPr/>
        </p:nvSpPr>
        <p:spPr>
          <a:xfrm>
            <a:off x="7611866" y="1420283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1476, 358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4AB82E2-19F9-1B75-12B1-18D8FCDF803D}"/>
              </a:ext>
            </a:extLst>
          </p:cNvPr>
          <p:cNvSpPr/>
          <p:nvPr/>
        </p:nvSpPr>
        <p:spPr>
          <a:xfrm>
            <a:off x="6370092" y="1497024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1300, 358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D71855A-E618-A628-0790-6A724FADF3F2}"/>
              </a:ext>
            </a:extLst>
          </p:cNvPr>
          <p:cNvSpPr/>
          <p:nvPr/>
        </p:nvSpPr>
        <p:spPr>
          <a:xfrm>
            <a:off x="6358434" y="1692714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1300, 400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9746D3C-DBC3-3FB8-DBEB-E19D8D3D76E8}"/>
              </a:ext>
            </a:extLst>
          </p:cNvPr>
          <p:cNvSpPr/>
          <p:nvPr/>
        </p:nvSpPr>
        <p:spPr>
          <a:xfrm>
            <a:off x="6613695" y="3326989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1300, 620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E73A55A-3E2D-2FE1-68FE-58F776B17096}"/>
              </a:ext>
            </a:extLst>
          </p:cNvPr>
          <p:cNvSpPr/>
          <p:nvPr/>
        </p:nvSpPr>
        <p:spPr>
          <a:xfrm>
            <a:off x="4736124" y="1624592"/>
            <a:ext cx="593510" cy="153482"/>
          </a:xfrm>
          <a:prstGeom prst="rect">
            <a:avLst/>
          </a:prstGeom>
          <a:solidFill>
            <a:schemeClr val="bg1">
              <a:lumMod val="95000"/>
              <a:alpha val="5215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800" dirty="0">
                <a:solidFill>
                  <a:schemeClr val="tx1"/>
                </a:solidFill>
              </a:rPr>
              <a:t>997, 400</a:t>
            </a:r>
            <a:endParaRPr kumimoji="1" lang="ko-Kore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76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107</Words>
  <Application>Microsoft Macintosh PowerPoint</Application>
  <PresentationFormat>와이드스크린</PresentationFormat>
  <Paragraphs>61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 기만</dc:creator>
  <cp:lastModifiedBy>전 기만</cp:lastModifiedBy>
  <cp:revision>3</cp:revision>
  <dcterms:created xsi:type="dcterms:W3CDTF">2022-07-26T04:58:54Z</dcterms:created>
  <dcterms:modified xsi:type="dcterms:W3CDTF">2022-07-26T13:56:47Z</dcterms:modified>
</cp:coreProperties>
</file>